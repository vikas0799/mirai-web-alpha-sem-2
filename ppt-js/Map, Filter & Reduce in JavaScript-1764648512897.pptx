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65" autoAdjust="0"/>
    <p:restoredTop sz="94660"/>
  </p:normalViewPr>
  <p:slideViewPr>
    <p:cSldViewPr snapToGrid="0">
      <p:cViewPr varScale="1">
        <p:scale>
          <a:sx n="46" d="100"/>
          <a:sy n="46" d="100"/>
        </p:scale>
        <p:origin x="64" y="3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5E698-079E-A50B-6E43-C1F4499B12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0C6DC3-B744-45F9-4D80-67A301827D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C14E49-60FF-FAAA-3624-1FB60E26E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EDA36-84DC-483A-A48D-6488E4ED8537}" type="datetimeFigureOut">
              <a:rPr lang="en-GB" smtClean="0"/>
              <a:t>16/11/2025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10A300-52D9-3D2C-FADA-8BE3F83CC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8C314D-15D6-47F7-A6C9-E082EAC0C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3DF3F-FEA1-42A7-8CE5-517F6AE1A1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40476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1FE8E-8387-FDA4-D9A1-B7BB9284D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8C64DF-5732-50B1-030E-C2D54AAE16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ADE6C6-52AF-44E4-A4D5-4F8D3093D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EDA36-84DC-483A-A48D-6488E4ED8537}" type="datetimeFigureOut">
              <a:rPr lang="en-GB" smtClean="0"/>
              <a:t>16/11/2025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97BC2-FBCB-08EB-2812-D20D24317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B446E1-6F42-6A10-CAFF-409C50DB3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3DF3F-FEA1-42A7-8CE5-517F6AE1A1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8763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E05B7-826C-2424-0C5F-C0FFDEEC6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1D15EE-0F6B-88F2-6D10-133AE13A6F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C82700-8BD1-F75C-3122-822A67F56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EDA36-84DC-483A-A48D-6488E4ED8537}" type="datetimeFigureOut">
              <a:rPr lang="en-GB" smtClean="0"/>
              <a:t>16/11/2025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C86DA7-EE09-ABC1-8668-91C962DFD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5C41F-2CEE-1643-173B-B019B4488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3DF3F-FEA1-42A7-8CE5-517F6AE1A1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0011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4852B-0C76-FF24-57BF-765612188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1D3CE-1737-883E-8043-36DD8D1656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6F7441-1DA0-8BD8-FDEC-EE9BC45F83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142B9B-5B23-F58C-122E-4585DC259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EDA36-84DC-483A-A48D-6488E4ED8537}" type="datetimeFigureOut">
              <a:rPr lang="en-GB" smtClean="0"/>
              <a:t>16/11/2025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0CABC8-6926-C951-6194-62BD64E76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F63AED-4E6A-2E29-C335-D63F26FCC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3DF3F-FEA1-42A7-8CE5-517F6AE1A1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0813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1891C-B19A-B44E-63AD-D92B5E458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AEDD87-3991-04B3-04BB-708E665F00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59AF3A-54DE-40F8-06CC-5426F62FC1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7D8E3D-8751-8854-28B7-D52E1F4262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313CD6-4636-1D1F-38D7-8B93D7005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64B380-8C4B-F4F8-5286-53F8EFA65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EDA36-84DC-483A-A48D-6488E4ED8537}" type="datetimeFigureOut">
              <a:rPr lang="en-GB" smtClean="0"/>
              <a:t>16/11/2025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071E79-B693-62D0-5F02-B79893020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6465F0-D482-FFCB-0BA1-2595BEC08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3DF3F-FEA1-42A7-8CE5-517F6AE1A1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9350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6FB35-8855-FE10-F51B-9BCDA348D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284CE1-6820-DF38-DD79-5DDA84726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EDA36-84DC-483A-A48D-6488E4ED8537}" type="datetimeFigureOut">
              <a:rPr lang="en-GB" smtClean="0"/>
              <a:t>16/11/2025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6FC6B1-9B35-4164-C884-2CA7CA2B9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FDB4A5-AC18-2B48-8A9A-576C4F832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3DF3F-FEA1-42A7-8CE5-517F6AE1A1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2388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259DD5-42CB-C9FC-E2F8-D9034D1CB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EDA36-84DC-483A-A48D-6488E4ED8537}" type="datetimeFigureOut">
              <a:rPr lang="en-GB" smtClean="0"/>
              <a:t>16/11/2025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05C9E5-2032-25F4-C226-12870B3B0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715FF1-8FE4-F570-6972-4F1FBC874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3DF3F-FEA1-42A7-8CE5-517F6AE1A1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1194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A34B5-FF75-2CB0-FE25-25102A1D8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FB9477-DFF7-3266-0E52-2B040F6715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7977F3-D66F-370E-D2AA-CEF2545766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D24FA3-67AA-9D87-4D47-CC86CA25E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EDA36-84DC-483A-A48D-6488E4ED8537}" type="datetimeFigureOut">
              <a:rPr lang="en-GB" smtClean="0"/>
              <a:t>16/11/2025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252233-CFC4-7E09-1623-C349C6EA0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836CBA-A7EB-BF54-3197-4CA53106A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3DF3F-FEA1-42A7-8CE5-517F6AE1A1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2004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9238C-2444-3DB5-D4B1-1F7113ACB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1A2278-DE0C-D9B7-1B52-86B0BF9951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57EB2C-4299-A01D-B9E3-7BD568CFE4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DD94ED-B41D-06E8-D9C7-4ACD39FE2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EDA36-84DC-483A-A48D-6488E4ED8537}" type="datetimeFigureOut">
              <a:rPr lang="en-GB" smtClean="0"/>
              <a:t>16/11/2025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2F3AB5-1EBC-C25E-24C1-E767067E7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0FCCF2-B496-06DD-6CC5-DEE5792B2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3DF3F-FEA1-42A7-8CE5-517F6AE1A1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46600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4A178-384E-401D-7BD2-887CF1975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4CBD6F-DE90-759E-8D9D-CA9687B40F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507AB3-99DD-EB16-72B0-0910B2BEB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EDA36-84DC-483A-A48D-6488E4ED8537}" type="datetimeFigureOut">
              <a:rPr lang="en-GB" smtClean="0"/>
              <a:t>16/11/2025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81EEAD-539C-A164-53E6-9BE3B8C18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E45C09-64C0-0E8F-B2AB-537C85ED5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3DF3F-FEA1-42A7-8CE5-517F6AE1A1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6416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57932F-93CF-CE6B-B6FB-92361EF0E4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5B4E61-D7CF-9011-11D0-47F9387A1E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5FA4A2-D3BE-6B7D-26A1-737BAA89A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EDA36-84DC-483A-A48D-6488E4ED8537}" type="datetimeFigureOut">
              <a:rPr lang="en-GB" smtClean="0"/>
              <a:t>16/11/2025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E9C7AA-1E25-E0D6-C55D-9B8A53085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3FAAEB-AC5E-C730-3C78-C3A05F47B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3DF3F-FEA1-42A7-8CE5-517F6AE1A1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1986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7DC0B2-755B-3AC9-8874-B1DEAE68E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66159A-C557-A553-1F20-F76906C926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265117-801C-3530-16D1-A842CBDC49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5EDA36-84DC-483A-A48D-6488E4ED8537}" type="datetimeFigureOut">
              <a:rPr lang="en-GB" smtClean="0"/>
              <a:t>16/11/2025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876E8C-2E97-EA7B-A43D-0545274A26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E05EF6-31C4-D1E2-875D-021DEC6D14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43DF3F-FEA1-42A7-8CE5-517F6AE1A1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389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661EC-D569-AC7D-E499-08EF749EA7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Map, Filter &amp; Reduce in JavaScript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178A42-4FA5-138A-028C-F879AC17C0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Understanding Higher-Order Array Methods</a:t>
            </a:r>
          </a:p>
        </p:txBody>
      </p:sp>
    </p:spTree>
    <p:extLst>
      <p:ext uri="{BB962C8B-B14F-4D97-AF65-F5344CB8AC3E}">
        <p14:creationId xmlns:p14="http://schemas.microsoft.com/office/powerpoint/2010/main" val="40762207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9548D-2133-69B1-72C5-CEE271847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Are Higher-Order Functions?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305E104-CC60-16D9-173A-C202317D40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37494" y="2170921"/>
            <a:ext cx="10515600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Functions that take another function as an argument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JavaScript arrays have built-in higher-order functions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map(), filter(), and reduce() are the most common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 write cleaner, shorter, and more readable code</a:t>
            </a:r>
          </a:p>
        </p:txBody>
      </p:sp>
    </p:spTree>
    <p:extLst>
      <p:ext uri="{BB962C8B-B14F-4D97-AF65-F5344CB8AC3E}">
        <p14:creationId xmlns:p14="http://schemas.microsoft.com/office/powerpoint/2010/main" val="2694845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C07B1-5707-DA27-14A6-5677DC14C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map()?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425EAEF-A999-1700-DFDE-5596B575C7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970242"/>
            <a:ext cx="6931706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Creates a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new array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Applies a function to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element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Does NOT modify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original array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Returns transformed values</a:t>
            </a:r>
          </a:p>
        </p:txBody>
      </p:sp>
    </p:spTree>
    <p:extLst>
      <p:ext uri="{BB962C8B-B14F-4D97-AF65-F5344CB8AC3E}">
        <p14:creationId xmlns:p14="http://schemas.microsoft.com/office/powerpoint/2010/main" val="1413340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6D599-CB30-07CA-6094-0BC90F303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map() Syntax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C583B62-593C-5801-7017-C6B74F599F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673" y="1690688"/>
            <a:ext cx="11996653" cy="252170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7C47AF7-19E0-0348-7464-A5B8D224A992}"/>
              </a:ext>
            </a:extLst>
          </p:cNvPr>
          <p:cNvSpPr txBox="1"/>
          <p:nvPr/>
        </p:nvSpPr>
        <p:spPr>
          <a:xfrm>
            <a:off x="720436" y="4567147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/>
              <a:t>Parameters: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b="1" dirty="0"/>
              <a:t>element</a:t>
            </a:r>
            <a:r>
              <a:rPr lang="en-GB" sz="2400" dirty="0"/>
              <a:t> → current item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b="1" dirty="0"/>
              <a:t>index</a:t>
            </a:r>
            <a:r>
              <a:rPr lang="en-GB" sz="2400" dirty="0"/>
              <a:t> → position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b="1" dirty="0"/>
              <a:t>array</a:t>
            </a:r>
            <a:r>
              <a:rPr lang="en-GB" sz="2400" dirty="0"/>
              <a:t> → original array</a:t>
            </a:r>
          </a:p>
        </p:txBody>
      </p:sp>
    </p:spTree>
    <p:extLst>
      <p:ext uri="{BB962C8B-B14F-4D97-AF65-F5344CB8AC3E}">
        <p14:creationId xmlns:p14="http://schemas.microsoft.com/office/powerpoint/2010/main" val="3748338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5FCB8-76FD-CE27-31A1-F54E0518E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filter()?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6E07977-6E4A-FD43-D233-27BA50835A0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08709" y="2163519"/>
            <a:ext cx="10623421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Creates a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new array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elements that pass a condition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for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searching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filtering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validation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Callback must return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true/false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45187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3E4AB-134E-6705-F347-388E813F9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filter() Syntax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2DF5822-BB07-F7CB-C10C-E466A80D7D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0583" y="1690688"/>
            <a:ext cx="11016508" cy="2256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0093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8ADAF-AD5B-26A4-636A-2A68B56C6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reduce()?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683F368-8939-A3CF-C9E6-A129BB834B7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231579"/>
            <a:ext cx="6747360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Reduces array to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 single value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for: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Maximum/Minimum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Grouping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 powerful array method</a:t>
            </a:r>
          </a:p>
        </p:txBody>
      </p:sp>
    </p:spTree>
    <p:extLst>
      <p:ext uri="{BB962C8B-B14F-4D97-AF65-F5344CB8AC3E}">
        <p14:creationId xmlns:p14="http://schemas.microsoft.com/office/powerpoint/2010/main" val="1116192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EBD56-A972-4E2A-F7E7-5CD252BDE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reduce() Syntax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E367069-F7A8-A97B-AD21-480A06FF8D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0773" y="1690688"/>
            <a:ext cx="10723027" cy="183222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95AD78D-EA57-1024-C729-F46F1DDDA283}"/>
              </a:ext>
            </a:extLst>
          </p:cNvPr>
          <p:cNvSpPr txBox="1"/>
          <p:nvPr/>
        </p:nvSpPr>
        <p:spPr>
          <a:xfrm>
            <a:off x="630773" y="4567147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/>
              <a:t>Terms: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b="1" dirty="0"/>
              <a:t>accumulator</a:t>
            </a:r>
            <a:r>
              <a:rPr lang="en-GB" sz="2400" dirty="0"/>
              <a:t> → stores result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b="1" dirty="0"/>
              <a:t>current</a:t>
            </a:r>
            <a:r>
              <a:rPr lang="en-GB" sz="2400" dirty="0"/>
              <a:t> → current element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b="1" dirty="0" err="1"/>
              <a:t>initialValue</a:t>
            </a:r>
            <a:r>
              <a:rPr lang="en-GB" sz="2400" dirty="0"/>
              <a:t> → starting value</a:t>
            </a:r>
          </a:p>
        </p:txBody>
      </p:sp>
    </p:spTree>
    <p:extLst>
      <p:ext uri="{BB962C8B-B14F-4D97-AF65-F5344CB8AC3E}">
        <p14:creationId xmlns:p14="http://schemas.microsoft.com/office/powerpoint/2010/main" val="42931335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160</Words>
  <Application>Microsoft Office PowerPoint</Application>
  <PresentationFormat>Widescreen</PresentationFormat>
  <Paragraphs>35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Map, Filter &amp; Reduce in JavaScript</vt:lpstr>
      <vt:lpstr>What Are Higher-Order Functions?</vt:lpstr>
      <vt:lpstr>What is map()?</vt:lpstr>
      <vt:lpstr>map() Syntax</vt:lpstr>
      <vt:lpstr>What is filter()?</vt:lpstr>
      <vt:lpstr>filter() Syntax</vt:lpstr>
      <vt:lpstr>What is reduce()?</vt:lpstr>
      <vt:lpstr>reduce() Syntax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 tripathi</dc:creator>
  <cp:lastModifiedBy>harsh tripathi</cp:lastModifiedBy>
  <cp:revision>1</cp:revision>
  <dcterms:created xsi:type="dcterms:W3CDTF">2025-11-16T18:48:01Z</dcterms:created>
  <dcterms:modified xsi:type="dcterms:W3CDTF">2025-11-16T18:48:02Z</dcterms:modified>
</cp:coreProperties>
</file>