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167B1-88E7-3BF3-4CE2-E34D089EB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036BF-4AF7-BB21-4D9E-A222439F5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F7994-D13D-7FB2-5F92-1E70AFED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9E43E-8BEC-4640-AB17-04B9217BD5F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4F82D-449A-44DE-B226-CCEC60C2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07502-6CF3-6E5C-76E5-F7DA5D12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5B4F-5EE0-4E89-AB1D-3A47FAE504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4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C7720-1723-89F6-15C1-B7380C148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95F66-B13C-462C-74F1-76ADAC432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54C4C-A53B-DFA2-1785-595837E1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9E43E-8BEC-4640-AB17-04B9217BD5F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09A03-635B-C042-4CB4-A6139D192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74BC9-3B66-3653-DBD4-8F4E2FD7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5B4F-5EE0-4E89-AB1D-3A47FAE504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241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0E974-52C6-7B0A-E80E-0B99DCA30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136D4-8326-00AA-4EC2-8568174D4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B1575-31E6-3066-A3F1-6D8F65ED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9E43E-8BEC-4640-AB17-04B9217BD5F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7B7BA-0342-F2D5-9396-A357ABA16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FB2BD-1D46-7E3C-5FBF-D60897B2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5B4F-5EE0-4E89-AB1D-3A47FAE504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413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55D0F-0E43-B1C5-5FEC-8E5EB58B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5A49F-8CC1-A3B8-D262-1964705A2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3F8BE-4E7B-9E17-351C-2BF76B661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C8221-61D5-3CE2-98AB-D6291FB0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9E43E-8BEC-4640-AB17-04B9217BD5F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77AFE-1333-3808-DA58-ACE925778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FFE5C-922D-4600-2E41-E482D87C7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5B4F-5EE0-4E89-AB1D-3A47FAE504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08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23B0-913C-4AA7-59C5-175486AE8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EB4BE-110C-0EA2-CA29-31E9835D7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792E6-BE5A-B571-1894-ED044DF79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2B3F5-BF50-07F1-88E0-C9B5A2F4F1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8280A5-FB7E-7A3A-9594-E6CCC71DE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5850ED-B75E-05F2-98DC-637B987C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9E43E-8BEC-4640-AB17-04B9217BD5F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3F8590-DAA4-C1E9-2F92-A6253960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274FF-CB29-BBD3-2BA0-BDFACD081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5B4F-5EE0-4E89-AB1D-3A47FAE504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4427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6BEC-4566-BAB1-7F25-97909E663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BAE8E7-FBAE-AA90-DBB9-78D50A34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9E43E-8BEC-4640-AB17-04B9217BD5F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749F8-F6BB-FFB0-7A28-30BF62EE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F54E3-7517-949E-1EA4-03F8231F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5B4F-5EE0-4E89-AB1D-3A47FAE504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3384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722547-3591-8547-AA26-6B78DFB1A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9E43E-8BEC-4640-AB17-04B9217BD5F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341688-559B-1971-1EAE-6C594D147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05947-BC8A-8722-89A5-A39BA6F6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5B4F-5EE0-4E89-AB1D-3A47FAE504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735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4415A-49D4-D464-8DC0-D6BA4465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BF9DE-9080-91EF-DD85-6EEE9B1E8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4D361-D2C2-43B8-F87D-8977C3685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43A0A-F571-1715-30B6-834B987BA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9E43E-8BEC-4640-AB17-04B9217BD5F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04B74-0637-99B8-1542-D1EB9D2A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EB1E8-0C6D-A6C9-5C19-FF30A6DE8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5B4F-5EE0-4E89-AB1D-3A47FAE504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827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95B90-2B3C-3C1F-939D-4FAB22C95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75A20C-844B-2D2B-DF1F-B63C82ED5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41913-2DAD-65B3-93BA-3B914B842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E24F1-3833-1E2D-19E7-1FCC83B4D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9E43E-8BEC-4640-AB17-04B9217BD5F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943D39-D6D6-FC0B-BCBF-7785CD4B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EAFFA-F341-A6A4-9806-676496DA1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5B4F-5EE0-4E89-AB1D-3A47FAE504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155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A244C-EA45-61E2-4574-EE330F62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6AA76-1233-1EFF-E8D7-3C43B6FEE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0A5CC-9422-6A29-DF05-65BEFE69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9E43E-8BEC-4640-AB17-04B9217BD5F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B1EE9-7766-15EC-3F00-91AD41EDB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91165-29B3-1AAB-F241-62BEE465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5B4F-5EE0-4E89-AB1D-3A47FAE504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962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3F31F-1822-902C-FFFD-CBA33211FA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163FD2-7882-16A3-C67F-656420BFF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1D84A-6B47-D015-F887-F2FD666FD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9E43E-8BEC-4640-AB17-04B9217BD5F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3EA86-E971-1E7F-45F4-3887B1461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A56D2-46FA-88C6-40D1-3B16A9666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5B4F-5EE0-4E89-AB1D-3A47FAE504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750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BB024-EF7A-8103-E99D-3BE01A148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FCC2D-A767-4E12-CC0A-89049EE66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453A4-19A3-8231-6E96-07F8D68BB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9E43E-8BEC-4640-AB17-04B9217BD5F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28E94-3175-C9DE-DAA5-BD0982BFF3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BAFB0-01FC-1690-FF49-55AAB9BA5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D5B4F-5EE0-4E89-AB1D-3A47FAE504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738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CD6F-5522-7562-3BDA-A6DCDB8268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JavaScript Promises</a:t>
            </a:r>
            <a:br>
              <a:rPr lang="en-GB" b="1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355860-EEB1-E286-D657-D3BA82FD0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Understanding Asynchronous Programming</a:t>
            </a:r>
            <a:br>
              <a:rPr lang="en-GB" dirty="0"/>
            </a:br>
            <a:r>
              <a:rPr lang="en-GB" dirty="0"/>
              <a:t>Promise States, Chaining, Error Handling</a:t>
            </a:r>
            <a:br>
              <a:rPr lang="en-GB" dirty="0"/>
            </a:br>
            <a:r>
              <a:rPr lang="en-GB" dirty="0"/>
              <a:t>With Clear Examples</a:t>
            </a:r>
          </a:p>
        </p:txBody>
      </p:sp>
    </p:spTree>
    <p:extLst>
      <p:ext uri="{BB962C8B-B14F-4D97-AF65-F5344CB8AC3E}">
        <p14:creationId xmlns:p14="http://schemas.microsoft.com/office/powerpoint/2010/main" val="3150253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70E3D-9A00-948F-F402-6F3138BBD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Promises? (Problem Before Promises)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2EA13-698E-4FE5-B0E0-854DBA7CB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Callbacks Problems</a:t>
            </a:r>
          </a:p>
          <a:p>
            <a:r>
              <a:rPr lang="en-GB" dirty="0"/>
              <a:t>Callback Hell</a:t>
            </a:r>
          </a:p>
          <a:p>
            <a:r>
              <a:rPr lang="en-GB" dirty="0"/>
              <a:t>Hard to read</a:t>
            </a:r>
          </a:p>
          <a:p>
            <a:r>
              <a:rPr lang="en-GB" dirty="0"/>
              <a:t>Hard to debug</a:t>
            </a:r>
          </a:p>
          <a:p>
            <a:r>
              <a:rPr lang="en-GB" dirty="0"/>
              <a:t>Inversion of control (trusting someone else’s callback)</a:t>
            </a:r>
          </a:p>
          <a:p>
            <a:r>
              <a:rPr lang="en-GB" b="1" dirty="0"/>
              <a:t>Need</a:t>
            </a:r>
          </a:p>
          <a:p>
            <a:r>
              <a:rPr lang="en-GB" dirty="0"/>
              <a:t>A cleaner &amp; more manageable async code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3127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8FAB-050A-AF68-842D-9160C0EC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Promise?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871F0-9440-1FBC-762B-42D635553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</a:t>
            </a:r>
          </a:p>
          <a:p>
            <a:r>
              <a:rPr lang="en-GB" dirty="0"/>
              <a:t>A </a:t>
            </a:r>
            <a:r>
              <a:rPr lang="en-GB" b="1" dirty="0"/>
              <a:t>Promise</a:t>
            </a:r>
            <a:r>
              <a:rPr lang="en-GB" dirty="0"/>
              <a:t> is an object representing the eventual completion or failure of an asynchronous operation.</a:t>
            </a:r>
          </a:p>
          <a:p>
            <a:r>
              <a:rPr lang="en-GB" b="1" dirty="0"/>
              <a:t>Key Points</a:t>
            </a:r>
          </a:p>
          <a:p>
            <a:r>
              <a:rPr lang="en-GB" dirty="0"/>
              <a:t>Handles async operations</a:t>
            </a:r>
          </a:p>
          <a:p>
            <a:r>
              <a:rPr lang="en-GB" dirty="0"/>
              <a:t>Avoids callback hell</a:t>
            </a:r>
          </a:p>
          <a:p>
            <a:r>
              <a:rPr lang="en-GB" dirty="0"/>
              <a:t>Gives clean syntax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6692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785D-6A68-FEC4-0AE6-2A5C96A5D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Promise States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DC390-E8D3-2F24-D42F-94E429447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A Promise has 3 states</a:t>
            </a:r>
          </a:p>
          <a:p>
            <a:r>
              <a:rPr lang="en-GB" b="1" dirty="0"/>
              <a:t>Pending</a:t>
            </a:r>
            <a:endParaRPr lang="en-GB" dirty="0"/>
          </a:p>
          <a:p>
            <a:pPr lvl="1"/>
            <a:r>
              <a:rPr lang="en-GB" dirty="0"/>
              <a:t>Initial state</a:t>
            </a:r>
          </a:p>
          <a:p>
            <a:pPr lvl="1"/>
            <a:r>
              <a:rPr lang="en-GB" dirty="0"/>
              <a:t>Operation not completed yet</a:t>
            </a:r>
          </a:p>
          <a:p>
            <a:r>
              <a:rPr lang="en-GB" b="1" dirty="0"/>
              <a:t>Fulfilled</a:t>
            </a:r>
            <a:endParaRPr lang="en-GB" dirty="0"/>
          </a:p>
          <a:p>
            <a:pPr lvl="1"/>
            <a:r>
              <a:rPr lang="en-GB" dirty="0"/>
              <a:t>Operation completed successfully</a:t>
            </a:r>
          </a:p>
          <a:p>
            <a:pPr lvl="1"/>
            <a:r>
              <a:rPr lang="en-GB" dirty="0"/>
              <a:t>Returns a value</a:t>
            </a:r>
          </a:p>
          <a:p>
            <a:r>
              <a:rPr lang="en-GB" b="1" dirty="0"/>
              <a:t>Rejected</a:t>
            </a:r>
            <a:endParaRPr lang="en-GB" dirty="0"/>
          </a:p>
          <a:p>
            <a:pPr lvl="1"/>
            <a:r>
              <a:rPr lang="en-GB" dirty="0"/>
              <a:t>Operation failed</a:t>
            </a:r>
          </a:p>
          <a:p>
            <a:pPr lvl="1"/>
            <a:r>
              <a:rPr lang="en-GB" dirty="0"/>
              <a:t>Returns an error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4522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715F-C723-284B-46A5-BBF163D1D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a Promise Works (Flow Diagram)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89B48F-383C-FB3F-5860-2562CEB495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Start: Pending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success → moves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fulfilled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then()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runs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failure → moves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rejected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catch()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runs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Either case →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finally()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always runs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164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68397-DF19-32B7-A197-315FFB11C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Promise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55497-9CAB-CFD5-5009-91054433B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What is Chaining?</a:t>
            </a:r>
          </a:p>
          <a:p>
            <a:r>
              <a:rPr lang="en-GB" dirty="0"/>
              <a:t>Calling .then() multiple times</a:t>
            </a:r>
          </a:p>
          <a:p>
            <a:r>
              <a:rPr lang="en-GB" dirty="0"/>
              <a:t>Output of one .then() is input to next</a:t>
            </a:r>
          </a:p>
          <a:p>
            <a:r>
              <a:rPr lang="en-GB" b="1" dirty="0"/>
              <a:t>Why Use Promise Chaining?</a:t>
            </a:r>
          </a:p>
          <a:p>
            <a:r>
              <a:rPr lang="en-GB" dirty="0"/>
              <a:t>Cleaner flow</a:t>
            </a:r>
          </a:p>
          <a:p>
            <a:r>
              <a:rPr lang="en-GB" dirty="0"/>
              <a:t>No nested callbacks</a:t>
            </a:r>
          </a:p>
          <a:p>
            <a:r>
              <a:rPr lang="en-GB" dirty="0"/>
              <a:t>Easy to read</a:t>
            </a:r>
          </a:p>
          <a:p>
            <a:r>
              <a:rPr lang="en-GB" dirty="0"/>
              <a:t>Sequential async operations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5899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FA7F-B24C-7DEA-FC0C-2EFD0CF1E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Promise 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064FC-3D2E-5728-9EB4-F6F32C4D4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Promise.all</a:t>
            </a:r>
            <a:r>
              <a:rPr lang="en-GB" b="1" dirty="0"/>
              <a:t>()</a:t>
            </a:r>
          </a:p>
          <a:p>
            <a:r>
              <a:rPr lang="en-GB" dirty="0"/>
              <a:t>Runs all promises in parallel</a:t>
            </a:r>
          </a:p>
          <a:p>
            <a:r>
              <a:rPr lang="en-GB" dirty="0"/>
              <a:t>Waits for all to finish</a:t>
            </a:r>
          </a:p>
          <a:p>
            <a:r>
              <a:rPr lang="en-GB" dirty="0"/>
              <a:t>If any promise fails → full error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8361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AE92-FCCE-5612-C4A4-D3EF3B454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Useful Promise Combinators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E821F-DCA6-BB15-9B67-11AF7892F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Promise.race</a:t>
            </a:r>
            <a:r>
              <a:rPr lang="en-GB" b="1" dirty="0"/>
              <a:t>()</a:t>
            </a:r>
          </a:p>
          <a:p>
            <a:r>
              <a:rPr lang="en-GB" dirty="0"/>
              <a:t>Returns result of the first settled promise</a:t>
            </a:r>
          </a:p>
          <a:p>
            <a:r>
              <a:rPr lang="en-GB" b="1" dirty="0" err="1"/>
              <a:t>Promise.any</a:t>
            </a:r>
            <a:r>
              <a:rPr lang="en-GB" b="1" dirty="0"/>
              <a:t>()</a:t>
            </a:r>
          </a:p>
          <a:p>
            <a:r>
              <a:rPr lang="en-GB" dirty="0"/>
              <a:t>Returns first </a:t>
            </a:r>
            <a:r>
              <a:rPr lang="en-GB" i="1" dirty="0"/>
              <a:t>fulfilled</a:t>
            </a:r>
            <a:r>
              <a:rPr lang="en-GB" dirty="0"/>
              <a:t> promise</a:t>
            </a:r>
          </a:p>
          <a:p>
            <a:r>
              <a:rPr lang="en-GB" dirty="0"/>
              <a:t>Ignores rejections</a:t>
            </a:r>
          </a:p>
          <a:p>
            <a:r>
              <a:rPr lang="en-GB" b="1" dirty="0" err="1"/>
              <a:t>Promise.allSettled</a:t>
            </a:r>
            <a:r>
              <a:rPr lang="en-GB" b="1" dirty="0"/>
              <a:t>()</a:t>
            </a:r>
          </a:p>
          <a:p>
            <a:r>
              <a:rPr lang="en-GB"/>
              <a:t>Returns result of all promises (fulfilled + rejected)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628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7169F-21F5-EA41-BF3F-22752049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C2D5F-4BF1-EE66-278D-6B5F9B830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276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08CE-265D-1521-5506-04816164D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35A79-FC23-747B-A73F-EA1263493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010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Office Theme</vt:lpstr>
      <vt:lpstr>JavaScript Promises  </vt:lpstr>
      <vt:lpstr>Why Promises? (Problem Before Promises)</vt:lpstr>
      <vt:lpstr>What is a Promise?</vt:lpstr>
      <vt:lpstr>Promise States </vt:lpstr>
      <vt:lpstr>How a Promise Works (Flow Diagram)</vt:lpstr>
      <vt:lpstr>Promise Chaining</vt:lpstr>
      <vt:lpstr>Promise All</vt:lpstr>
      <vt:lpstr>Other Useful Promise Combinators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tripathi</dc:creator>
  <cp:lastModifiedBy>harsh tripathi</cp:lastModifiedBy>
  <cp:revision>1</cp:revision>
  <dcterms:created xsi:type="dcterms:W3CDTF">2025-12-07T20:00:26Z</dcterms:created>
  <dcterms:modified xsi:type="dcterms:W3CDTF">2025-12-07T20:00:26Z</dcterms:modified>
</cp:coreProperties>
</file>