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23DDF-B51E-29E4-AC51-449DDFD20B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DF37CA-D6FB-203A-78E2-2A0B772DD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D77D4-164C-7530-508A-BF250AFA7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671E9-C647-C56E-3BF2-765F4A12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423A1-EFCE-7B11-7BAB-8834DD1C8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38034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D228D-CC6C-1685-C555-1D6443E82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BA76D-1000-B2C6-CF98-6A4C2D88B7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64F0A4-EC99-0C48-467F-076DB0DAC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A2C5A-EE94-36F1-3B99-2AA3DF4A6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D24EC3-83BC-4276-2A92-3D8F080B3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16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3A4A8-3B6A-7050-C1F2-E58436C83A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D9094D-8D17-7D3C-A47F-DA977B2060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905C27-850D-57AE-E20C-C6FD8139F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EFBDB-1DC8-D121-F259-B9F7B47D1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0079E-916F-2D72-E251-1A9BBCE95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8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507B2-DC8F-4262-EC54-07E6687E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F112C-D6C3-E44D-E78B-01413B9660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331A18-4FAA-DC4B-C18A-0FDFB4C106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1815DD-BCA9-7BF8-97D3-B628704C7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9F97A7-7C71-A630-303E-264B1761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E507C-03B2-6404-48DB-A6643DE7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9040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40363-E73D-388B-033F-6C965D954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EAA2D-9C37-0AFC-0E6D-070D21D1C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B80521-CE2B-9BBF-E227-FD75DC3B66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1FFF7A-1E3C-3E15-C0ED-1EC272EA9E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B4E1B5-091C-02E0-2A1F-535B98DC5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07AB7E-8067-7FA0-E90C-979EA411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083A55-4FFC-A6D3-9FBB-B7748A70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6B6FEB-278B-FDB0-D8E2-1FB87E74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6240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D6AC7-0078-2824-1669-0B67C6726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681347-24D2-D245-CD8D-69081B09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CD3CF1-84C9-8D27-7B10-39A9B1E6B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587A4-D71D-B601-CE9A-917DFF4E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9344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A10D0-0337-ADA8-8A44-813EA7B91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B4A0BD-1DEF-A589-5C94-69B2E813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8B26C-3C38-8832-6014-B50B58392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5672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75B84-43AA-835B-603F-6AEDDA1D7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4D5B20-232B-E0E4-238B-48FDB652B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3AD2BE-6740-9405-25A3-CB7633E442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663B2-A41C-5492-7405-3C92A379F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A6D2E-EDCF-5EC6-DF62-C0BE8EEA5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393998-45DA-507B-A3BA-861412E07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6568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A9A86-49A6-44DD-C5A9-A1D542B0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C05EDA-AEC9-5C6D-11AC-985D9B18FF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737FCA-F2A1-A8FC-5562-9DD2759B9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1711C1-8D46-A6F1-E1E2-48ED0FBFD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21A9F0-ED02-FA6F-8500-F4C619A68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35B4EF-501E-A934-E5AA-558E84343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9535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A4F61-F364-5874-0C9F-7A18F485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87C296-F746-B556-9D38-7DC591BDC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3713F-25A6-F35D-50F8-AAD4FCEC1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7B49C-8702-5AF1-12AD-35D2CC502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DAD34-6471-A1B9-26BC-817A9961F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6411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AB6A5-BA78-70F4-9196-2C7C84FCF6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230D5-B9EE-93E9-A18C-8A0D7301B5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2CBB10-DF28-9CD1-2E51-47226842D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774113-25E3-31B8-C055-DC32352FA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A387E-523A-EE4C-BDF4-69E2FC2F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057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52B053-9F99-7FFD-8F49-81492A64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C308E-D42F-973C-5890-B556CF5BB1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77EBA-AD60-6640-080B-4B0CCF1F84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C08F38-89D9-4814-8746-1C925D034651}" type="datetimeFigureOut">
              <a:rPr lang="en-GB" smtClean="0"/>
              <a:t>05/12/2025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5DDC53-604A-3EA6-47E7-95A31C5665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CB044-CBDD-93EB-B98F-661D2D5D6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E6505-9151-4A06-A0BA-AB65CC5EA0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6404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2ED7-9650-3318-A1C8-37D86860B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555523"/>
          </a:xfrm>
        </p:spPr>
        <p:txBody>
          <a:bodyPr>
            <a:normAutofit fontScale="90000"/>
          </a:bodyPr>
          <a:lstStyle/>
          <a:p>
            <a:r>
              <a:rPr lang="en-GB" dirty="0"/>
              <a:t>Synchronous &amp; Asynchronous Programming in JavaScript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1C5A17-826D-EABA-FAFD-0388A8F6BF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059882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E0D9-E0DB-4CE5-B02C-A881F4535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Synchronous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0D572-7BA8-7269-A5AD-49EF11B81B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Synchronous (Sync)</a:t>
            </a:r>
          </a:p>
          <a:p>
            <a:r>
              <a:rPr lang="en-GB" dirty="0"/>
              <a:t>Code executes </a:t>
            </a:r>
            <a:r>
              <a:rPr lang="en-GB" b="1" dirty="0"/>
              <a:t>line-by-line</a:t>
            </a:r>
            <a:endParaRPr lang="en-GB" dirty="0"/>
          </a:p>
          <a:p>
            <a:r>
              <a:rPr lang="en-GB" dirty="0"/>
              <a:t>Next line </a:t>
            </a:r>
            <a:r>
              <a:rPr lang="en-GB" b="1" dirty="0"/>
              <a:t>waits</a:t>
            </a:r>
            <a:r>
              <a:rPr lang="en-GB" dirty="0"/>
              <a:t> until current line finishes</a:t>
            </a:r>
          </a:p>
          <a:p>
            <a:r>
              <a:rPr lang="en-GB" dirty="0"/>
              <a:t>Blocking in nature</a:t>
            </a:r>
          </a:p>
          <a:p>
            <a:r>
              <a:rPr lang="en-GB" dirty="0"/>
              <a:t>Traditional programming style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1216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2BF37-DAA7-D9CC-426B-6F345ED7E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Asynchronous Programming?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51CB59-E9CA-3CCB-7AC7-71CA36CA4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Asynchronous (Async)</a:t>
            </a:r>
          </a:p>
          <a:p>
            <a:r>
              <a:rPr lang="en-GB" dirty="0"/>
              <a:t>Code </a:t>
            </a:r>
            <a:r>
              <a:rPr lang="en-GB" b="1" dirty="0"/>
              <a:t>does not block</a:t>
            </a:r>
            <a:endParaRPr lang="en-GB" dirty="0"/>
          </a:p>
          <a:p>
            <a:r>
              <a:rPr lang="en-GB" dirty="0"/>
              <a:t>Long operations run </a:t>
            </a:r>
            <a:r>
              <a:rPr lang="en-GB" b="1" dirty="0"/>
              <a:t>in background</a:t>
            </a:r>
            <a:endParaRPr lang="en-GB" dirty="0"/>
          </a:p>
          <a:p>
            <a:r>
              <a:rPr lang="en-GB" dirty="0"/>
              <a:t>JS continues executing the next lines</a:t>
            </a:r>
          </a:p>
          <a:p>
            <a:r>
              <a:rPr lang="en-GB" dirty="0"/>
              <a:t>Result comes </a:t>
            </a:r>
            <a:r>
              <a:rPr lang="en-GB" b="1" dirty="0"/>
              <a:t>later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4221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4C3688-8272-1AA4-A5A9-16DD846BB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Threads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8327C-F2C1-A16A-1AC7-BB82658469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What are Threads?</a:t>
            </a:r>
          </a:p>
          <a:p>
            <a:r>
              <a:rPr lang="en-GB" dirty="0"/>
              <a:t>Thread = execution path</a:t>
            </a:r>
          </a:p>
          <a:p>
            <a:endParaRPr lang="en-G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E993A3-F525-4A6D-36CF-D7C299ED608A}"/>
              </a:ext>
            </a:extLst>
          </p:cNvPr>
          <p:cNvSpPr txBox="1"/>
          <p:nvPr/>
        </p:nvSpPr>
        <p:spPr>
          <a:xfrm>
            <a:off x="833846" y="3198167"/>
            <a:ext cx="609382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800" dirty="0"/>
              <a:t>JavaScript Threading</a:t>
            </a:r>
          </a:p>
          <a:p>
            <a:r>
              <a:rPr lang="en-GB" sz="2800" dirty="0"/>
              <a:t>JS is single-threaded</a:t>
            </a:r>
          </a:p>
          <a:p>
            <a:r>
              <a:rPr lang="en-GB" sz="2800" dirty="0"/>
              <a:t>Only one line executes at a time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EB9B1-430F-2E6D-7734-D3B4909DECEF}"/>
              </a:ext>
            </a:extLst>
          </p:cNvPr>
          <p:cNvSpPr txBox="1"/>
          <p:nvPr/>
        </p:nvSpPr>
        <p:spPr>
          <a:xfrm>
            <a:off x="5965372" y="1909068"/>
            <a:ext cx="609382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b="1" dirty="0"/>
              <a:t>Browser is NOT single-threaded</a:t>
            </a:r>
          </a:p>
          <a:p>
            <a:r>
              <a:rPr lang="en-GB" sz="2400" dirty="0"/>
              <a:t>Browser has multiple threads:</a:t>
            </a:r>
          </a:p>
          <a:p>
            <a:r>
              <a:rPr lang="en-GB" sz="2400" dirty="0"/>
              <a:t>Timer thread</a:t>
            </a:r>
          </a:p>
          <a:p>
            <a:r>
              <a:rPr lang="en-GB" sz="2400" dirty="0"/>
              <a:t>Network thread</a:t>
            </a:r>
          </a:p>
          <a:p>
            <a:r>
              <a:rPr lang="en-GB" sz="2400" dirty="0"/>
              <a:t>Rendering thread</a:t>
            </a:r>
          </a:p>
          <a:p>
            <a:r>
              <a:rPr lang="en-GB" sz="2400" dirty="0"/>
              <a:t>File I/O thread</a:t>
            </a:r>
          </a:p>
          <a:p>
            <a:r>
              <a:rPr lang="en-GB" sz="2400" dirty="0"/>
              <a:t>Web Workers</a:t>
            </a:r>
          </a:p>
          <a:p>
            <a:r>
              <a:rPr lang="en-GB" sz="2400" dirty="0"/>
              <a:t>JS uses them indirectly via Web APIs.</a:t>
            </a:r>
          </a:p>
        </p:txBody>
      </p:sp>
    </p:spTree>
    <p:extLst>
      <p:ext uri="{BB962C8B-B14F-4D97-AF65-F5344CB8AC3E}">
        <p14:creationId xmlns:p14="http://schemas.microsoft.com/office/powerpoint/2010/main" val="29457181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88C66D-30B3-7FA5-D15E-8B830CCD5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JS Is Single-Threaded But Async?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FC37E1-7B08-57FD-8EEC-46E951881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70679" y="1690688"/>
            <a:ext cx="6083121" cy="43513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EF8CEF3-4A38-9E67-1A45-747D18AF8470}"/>
              </a:ext>
            </a:extLst>
          </p:cNvPr>
          <p:cNvSpPr txBox="1"/>
          <p:nvPr/>
        </p:nvSpPr>
        <p:spPr>
          <a:xfrm>
            <a:off x="7529" y="2596218"/>
            <a:ext cx="52631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400" b="1" dirty="0"/>
              <a:t>How can JS be async if it's single-threaded?</a:t>
            </a:r>
          </a:p>
          <a:p>
            <a:pPr>
              <a:buNone/>
            </a:pPr>
            <a:r>
              <a:rPr lang="en-GB" sz="2400" dirty="0"/>
              <a:t>Because JS uses: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Call Stack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Web APIs (browser threads)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Callback Queue</a:t>
            </a:r>
            <a:endParaRPr lang="en-GB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2400" b="1" dirty="0"/>
              <a:t>Event Loop</a:t>
            </a:r>
            <a:endParaRPr lang="en-GB" sz="2400" dirty="0"/>
          </a:p>
          <a:p>
            <a:pPr>
              <a:buNone/>
            </a:pPr>
            <a:r>
              <a:rPr lang="en-GB" sz="2400" dirty="0"/>
              <a:t>These allow async behaviour </a:t>
            </a:r>
            <a:r>
              <a:rPr lang="en-GB" sz="2400" b="1" dirty="0"/>
              <a:t>without blocking</a:t>
            </a:r>
            <a:r>
              <a:rPr lang="en-GB" sz="2400" dirty="0"/>
              <a:t> JS thread</a:t>
            </a:r>
          </a:p>
        </p:txBody>
      </p:sp>
    </p:spTree>
    <p:extLst>
      <p:ext uri="{BB962C8B-B14F-4D97-AF65-F5344CB8AC3E}">
        <p14:creationId xmlns:p14="http://schemas.microsoft.com/office/powerpoint/2010/main" val="978465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CBC01-6AD4-219D-74A3-4C413AA0E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REPL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8EC30F-CF65-6750-BE72-6D383934D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REPL → Read Evaluate Print Loop</a:t>
            </a:r>
          </a:p>
          <a:p>
            <a:r>
              <a:rPr lang="en-GB" dirty="0"/>
              <a:t>Reads user input</a:t>
            </a:r>
          </a:p>
          <a:p>
            <a:r>
              <a:rPr lang="en-GB" dirty="0"/>
              <a:t>Evaluates code</a:t>
            </a:r>
          </a:p>
          <a:p>
            <a:r>
              <a:rPr lang="en-GB" dirty="0"/>
              <a:t>Prints output</a:t>
            </a:r>
          </a:p>
          <a:p>
            <a:r>
              <a:rPr lang="en-GB" dirty="0"/>
              <a:t>Loops</a:t>
            </a:r>
          </a:p>
          <a:p>
            <a:r>
              <a:rPr lang="en-GB" dirty="0"/>
              <a:t>Node.js has REPL.</a:t>
            </a:r>
            <a:br>
              <a:rPr lang="en-GB" dirty="0"/>
            </a:br>
            <a:r>
              <a:rPr lang="en-GB" dirty="0"/>
              <a:t>Browser console also behaves like REPL.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2257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C70B-963D-EE56-AA53-C576CDE9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Date API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48561-283E-3A99-8EE4-82AB65113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b="1" dirty="0"/>
              <a:t>new Date()</a:t>
            </a:r>
          </a:p>
          <a:p>
            <a:r>
              <a:rPr lang="en-GB" dirty="0"/>
              <a:t>Returns current date &amp; time</a:t>
            </a:r>
          </a:p>
          <a:p>
            <a:r>
              <a:rPr lang="en-GB" dirty="0"/>
              <a:t>Common functions:</a:t>
            </a:r>
          </a:p>
          <a:p>
            <a:r>
              <a:rPr lang="en-GB" dirty="0" err="1"/>
              <a:t>d.getFullYear</a:t>
            </a:r>
            <a:r>
              <a:rPr lang="en-GB" dirty="0"/>
              <a:t>()</a:t>
            </a:r>
          </a:p>
          <a:p>
            <a:r>
              <a:rPr lang="en-GB" dirty="0" err="1"/>
              <a:t>d.getMonth</a:t>
            </a:r>
            <a:r>
              <a:rPr lang="en-GB" dirty="0"/>
              <a:t>() (0–11)</a:t>
            </a:r>
          </a:p>
          <a:p>
            <a:r>
              <a:rPr lang="en-GB" dirty="0" err="1"/>
              <a:t>d.getDate</a:t>
            </a:r>
            <a:r>
              <a:rPr lang="en-GB" dirty="0"/>
              <a:t>()</a:t>
            </a:r>
          </a:p>
          <a:p>
            <a:r>
              <a:rPr lang="en-GB" dirty="0" err="1"/>
              <a:t>d.getHours</a:t>
            </a:r>
            <a:r>
              <a:rPr lang="en-GB" dirty="0"/>
              <a:t>()</a:t>
            </a:r>
          </a:p>
          <a:p>
            <a:r>
              <a:rPr lang="en-GB" dirty="0" err="1"/>
              <a:t>d.getMinutes</a:t>
            </a:r>
            <a:r>
              <a:rPr lang="en-GB" dirty="0"/>
              <a:t>()</a:t>
            </a:r>
          </a:p>
          <a:p>
            <a:r>
              <a:rPr lang="en-GB" dirty="0" err="1"/>
              <a:t>d.getSeconds</a:t>
            </a:r>
            <a:r>
              <a:rPr lang="en-GB" dirty="0"/>
              <a:t>()</a:t>
            </a:r>
          </a:p>
          <a:p>
            <a:r>
              <a:rPr lang="en-GB" dirty="0" err="1"/>
              <a:t>d.getTime</a:t>
            </a:r>
            <a:r>
              <a:rPr lang="en-GB" dirty="0"/>
              <a:t>() → timestamp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334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59012-B7E4-47F0-3AD1-65EDB5D88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setTimeout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18EFF-035E-0454-A25F-CB41FB4FB4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setTimeout</a:t>
            </a:r>
            <a:r>
              <a:rPr lang="en-GB" b="1" dirty="0"/>
              <a:t>(callback, delay)</a:t>
            </a:r>
          </a:p>
          <a:p>
            <a:r>
              <a:rPr lang="en-GB" dirty="0"/>
              <a:t>Runs after </a:t>
            </a:r>
            <a:r>
              <a:rPr lang="en-GB" b="1" dirty="0"/>
              <a:t>delay </a:t>
            </a:r>
            <a:r>
              <a:rPr lang="en-GB" b="1" dirty="0" err="1"/>
              <a:t>ms</a:t>
            </a:r>
            <a:endParaRPr lang="en-GB" dirty="0"/>
          </a:p>
          <a:p>
            <a:r>
              <a:rPr lang="en-GB" dirty="0"/>
              <a:t>Does </a:t>
            </a:r>
            <a:r>
              <a:rPr lang="en-GB" b="1" dirty="0"/>
              <a:t>not block</a:t>
            </a:r>
            <a:r>
              <a:rPr lang="en-GB" dirty="0"/>
              <a:t> code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75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DF9247-D236-081E-E5E7-BC8E5F5B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setInterval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C0984-43DD-E0FE-448C-1180BE2AD9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 err="1"/>
              <a:t>setInterval</a:t>
            </a:r>
            <a:r>
              <a:rPr lang="en-GB" b="1" dirty="0"/>
              <a:t>(callback, delay)</a:t>
            </a:r>
          </a:p>
          <a:p>
            <a:r>
              <a:rPr lang="en-GB" dirty="0"/>
              <a:t>Runs repeatedly after every </a:t>
            </a:r>
            <a:r>
              <a:rPr lang="en-GB" b="1" dirty="0"/>
              <a:t>delay </a:t>
            </a:r>
            <a:r>
              <a:rPr lang="en-GB" b="1" dirty="0" err="1"/>
              <a:t>ms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43316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E0DF4-FD0F-8C82-B889-2E995D5A6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0EB40-2824-ABF8-AF11-8D36900385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Callback</a:t>
            </a:r>
          </a:p>
          <a:p>
            <a:r>
              <a:rPr lang="en-GB" dirty="0"/>
              <a:t>A function passed as argument.</a:t>
            </a:r>
          </a:p>
          <a:p>
            <a:br>
              <a:rPr lang="en-GB" dirty="0"/>
            </a:br>
            <a:r>
              <a:rPr lang="en-GB" b="1" dirty="0"/>
              <a:t>Why Callbacks?</a:t>
            </a:r>
            <a:br>
              <a:rPr lang="en-GB" b="1" dirty="0"/>
            </a:br>
            <a:r>
              <a:rPr lang="en-GB" dirty="0"/>
              <a:t>Handle async actions:</a:t>
            </a:r>
          </a:p>
          <a:p>
            <a:r>
              <a:rPr lang="en-GB" dirty="0"/>
              <a:t>file reading</a:t>
            </a:r>
          </a:p>
          <a:p>
            <a:r>
              <a:rPr lang="en-GB" dirty="0"/>
              <a:t>timers</a:t>
            </a:r>
          </a:p>
          <a:p>
            <a:r>
              <a:rPr lang="en-GB" dirty="0"/>
              <a:t>API calls</a:t>
            </a:r>
          </a:p>
          <a:p>
            <a:r>
              <a:rPr lang="en-GB" dirty="0"/>
              <a:t>events</a:t>
            </a:r>
          </a:p>
          <a:p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457682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17C0F-E2C1-99D2-EC9A-C017CEF60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Callback Hell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7E8492-0ACB-1DC6-5BA2-C1AFF7357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Callback Hell = Pyramid of Doom</a:t>
            </a:r>
          </a:p>
          <a:p>
            <a:r>
              <a:rPr lang="en-GB" dirty="0"/>
              <a:t>When callbacks inside callbacks inside callbacks:</a:t>
            </a:r>
          </a:p>
          <a:p>
            <a:r>
              <a:rPr lang="en-GB" dirty="0"/>
              <a:t>Problems:</a:t>
            </a:r>
          </a:p>
          <a:p>
            <a:r>
              <a:rPr lang="en-GB" dirty="0"/>
              <a:t>Hard to read</a:t>
            </a:r>
          </a:p>
          <a:p>
            <a:r>
              <a:rPr lang="en-GB" dirty="0"/>
              <a:t>Hard to debug</a:t>
            </a:r>
          </a:p>
          <a:p>
            <a:r>
              <a:rPr lang="en-GB" dirty="0"/>
              <a:t>Hard to maintain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6071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Synchronous ^0 Asynchronous Programming in JavaScript</Template>
  <TotalTime>80</TotalTime>
  <Words>303</Words>
  <Application>Microsoft Office PowerPoint</Application>
  <PresentationFormat>Widescreen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Synchronous &amp; Asynchronous Programming in JavaScript</vt:lpstr>
      <vt:lpstr>What is Synchronous Programming?</vt:lpstr>
      <vt:lpstr>What is Asynchronous Programming?</vt:lpstr>
      <vt:lpstr>Threads Overview</vt:lpstr>
      <vt:lpstr>JS Is Single-Threaded But Async?</vt:lpstr>
      <vt:lpstr>REPL</vt:lpstr>
      <vt:lpstr>Date API Basics</vt:lpstr>
      <vt:lpstr>setTimeout</vt:lpstr>
      <vt:lpstr>setInterval</vt:lpstr>
      <vt:lpstr>Callbacks</vt:lpstr>
      <vt:lpstr>Callback Hell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2025-12-05T05:47:25Z</dcterms:created>
  <dcterms:modified xsi:type="dcterms:W3CDTF">2025-12-05T07:07:35Z</dcterms:modified>
</cp:coreProperties>
</file>